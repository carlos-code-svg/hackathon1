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0083800" cy="5670550"/>
  <p:notesSz cx="10083800" cy="56705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05416" y="579865"/>
            <a:ext cx="3472967" cy="614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12570" y="3175508"/>
            <a:ext cx="7058660" cy="14176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04190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193157" y="1304226"/>
            <a:ext cx="4386453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"/>
            <a:ext cx="10080625" cy="5670550"/>
          </a:xfrm>
          <a:custGeom>
            <a:avLst/>
            <a:gdLst/>
            <a:ahLst/>
            <a:cxnLst/>
            <a:rect l="l" t="t" r="r" b="b"/>
            <a:pathLst>
              <a:path w="10080625" h="5670550">
                <a:moveTo>
                  <a:pt x="10080002" y="0"/>
                </a:moveTo>
                <a:lnTo>
                  <a:pt x="0" y="0"/>
                </a:lnTo>
                <a:lnTo>
                  <a:pt x="0" y="5670003"/>
                </a:lnTo>
                <a:lnTo>
                  <a:pt x="10080002" y="5670003"/>
                </a:lnTo>
                <a:lnTo>
                  <a:pt x="10080002" y="0"/>
                </a:lnTo>
                <a:close/>
              </a:path>
            </a:pathLst>
          </a:custGeom>
          <a:solidFill>
            <a:srgbClr val="803608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5155" y="0"/>
            <a:ext cx="9736556" cy="5496492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11759" y="57971"/>
            <a:ext cx="9525000" cy="5384165"/>
          </a:xfrm>
          <a:custGeom>
            <a:avLst/>
            <a:gdLst/>
            <a:ahLst/>
            <a:cxnLst/>
            <a:rect l="l" t="t" r="r" b="b"/>
            <a:pathLst>
              <a:path w="9525000" h="5384165">
                <a:moveTo>
                  <a:pt x="91084" y="0"/>
                </a:moveTo>
                <a:lnTo>
                  <a:pt x="0" y="5219280"/>
                </a:lnTo>
                <a:lnTo>
                  <a:pt x="4716716" y="5301361"/>
                </a:lnTo>
                <a:lnTo>
                  <a:pt x="9433801" y="5383796"/>
                </a:lnTo>
                <a:lnTo>
                  <a:pt x="9524885" y="164515"/>
                </a:lnTo>
                <a:lnTo>
                  <a:pt x="91084" y="0"/>
                </a:lnTo>
                <a:close/>
              </a:path>
            </a:pathLst>
          </a:custGeom>
          <a:solidFill>
            <a:srgbClr val="295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311759" y="57971"/>
            <a:ext cx="9525000" cy="5384165"/>
          </a:xfrm>
          <a:custGeom>
            <a:avLst/>
            <a:gdLst/>
            <a:ahLst/>
            <a:cxnLst/>
            <a:rect l="l" t="t" r="r" b="b"/>
            <a:pathLst>
              <a:path w="9525000" h="5384165">
                <a:moveTo>
                  <a:pt x="4716716" y="5301361"/>
                </a:moveTo>
                <a:lnTo>
                  <a:pt x="0" y="5219280"/>
                </a:lnTo>
                <a:lnTo>
                  <a:pt x="91084" y="0"/>
                </a:lnTo>
                <a:lnTo>
                  <a:pt x="9524885" y="164515"/>
                </a:lnTo>
                <a:lnTo>
                  <a:pt x="9433801" y="5383796"/>
                </a:lnTo>
                <a:lnTo>
                  <a:pt x="4716716" y="5301361"/>
                </a:lnTo>
                <a:close/>
              </a:path>
            </a:pathLst>
          </a:custGeom>
          <a:ln w="10799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84479" y="204135"/>
            <a:ext cx="9209519" cy="542951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540003" y="360003"/>
            <a:ext cx="9000490" cy="5220335"/>
          </a:xfrm>
          <a:custGeom>
            <a:avLst/>
            <a:gdLst/>
            <a:ahLst/>
            <a:cxnLst/>
            <a:rect l="l" t="t" r="r" b="b"/>
            <a:pathLst>
              <a:path w="9000490" h="5220335">
                <a:moveTo>
                  <a:pt x="8999994" y="0"/>
                </a:moveTo>
                <a:lnTo>
                  <a:pt x="0" y="0"/>
                </a:lnTo>
                <a:lnTo>
                  <a:pt x="0" y="5220004"/>
                </a:lnTo>
                <a:lnTo>
                  <a:pt x="8999994" y="5220004"/>
                </a:lnTo>
                <a:lnTo>
                  <a:pt x="8999994" y="0"/>
                </a:lnTo>
                <a:close/>
              </a:path>
            </a:pathLst>
          </a:custGeom>
          <a:solidFill>
            <a:srgbClr val="FF7F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bg 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39991" y="459012"/>
            <a:ext cx="8999994" cy="5120995"/>
          </a:xfrm>
          <a:prstGeom prst="rect">
            <a:avLst/>
          </a:prstGeom>
        </p:spPr>
      </p:pic>
      <p:sp>
        <p:nvSpPr>
          <p:cNvPr id="23" name="bg object 23"/>
          <p:cNvSpPr/>
          <p:nvPr/>
        </p:nvSpPr>
        <p:spPr>
          <a:xfrm>
            <a:off x="540003" y="360003"/>
            <a:ext cx="9000490" cy="5220335"/>
          </a:xfrm>
          <a:custGeom>
            <a:avLst/>
            <a:gdLst/>
            <a:ahLst/>
            <a:cxnLst/>
            <a:rect l="l" t="t" r="r" b="b"/>
            <a:pathLst>
              <a:path w="9000490" h="5220335">
                <a:moveTo>
                  <a:pt x="4499991" y="5220004"/>
                </a:moveTo>
                <a:lnTo>
                  <a:pt x="0" y="5220004"/>
                </a:lnTo>
                <a:lnTo>
                  <a:pt x="0" y="0"/>
                </a:lnTo>
                <a:lnTo>
                  <a:pt x="8999994" y="0"/>
                </a:lnTo>
                <a:lnTo>
                  <a:pt x="8999994" y="5220004"/>
                </a:lnTo>
                <a:lnTo>
                  <a:pt x="4499991" y="5220004"/>
                </a:lnTo>
                <a:close/>
              </a:path>
            </a:pathLst>
          </a:custGeom>
          <a:ln w="107998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4" name="bg 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449652"/>
            <a:ext cx="10080000" cy="5220347"/>
          </a:xfrm>
          <a:prstGeom prst="rect">
            <a:avLst/>
          </a:prstGeom>
        </p:spPr>
      </p:pic>
      <p:sp>
        <p:nvSpPr>
          <p:cNvPr id="25" name="bg object 25"/>
          <p:cNvSpPr/>
          <p:nvPr/>
        </p:nvSpPr>
        <p:spPr>
          <a:xfrm>
            <a:off x="747725" y="866885"/>
            <a:ext cx="8584565" cy="120650"/>
          </a:xfrm>
          <a:custGeom>
            <a:avLst/>
            <a:gdLst/>
            <a:ahLst/>
            <a:cxnLst/>
            <a:rect l="l" t="t" r="r" b="b"/>
            <a:pathLst>
              <a:path w="8584565" h="120650">
                <a:moveTo>
                  <a:pt x="2453754" y="102958"/>
                </a:moveTo>
                <a:lnTo>
                  <a:pt x="2441879" y="91084"/>
                </a:lnTo>
                <a:lnTo>
                  <a:pt x="269278" y="91084"/>
                </a:lnTo>
                <a:lnTo>
                  <a:pt x="257390" y="102958"/>
                </a:lnTo>
                <a:lnTo>
                  <a:pt x="257390" y="108369"/>
                </a:lnTo>
                <a:lnTo>
                  <a:pt x="269278" y="120243"/>
                </a:lnTo>
                <a:lnTo>
                  <a:pt x="2441879" y="120243"/>
                </a:lnTo>
                <a:lnTo>
                  <a:pt x="2453754" y="108369"/>
                </a:lnTo>
                <a:lnTo>
                  <a:pt x="2453754" y="105841"/>
                </a:lnTo>
                <a:lnTo>
                  <a:pt x="2453754" y="105486"/>
                </a:lnTo>
                <a:lnTo>
                  <a:pt x="2453754" y="102958"/>
                </a:lnTo>
                <a:close/>
              </a:path>
              <a:path w="8584565" h="120650">
                <a:moveTo>
                  <a:pt x="2466352" y="11887"/>
                </a:moveTo>
                <a:lnTo>
                  <a:pt x="2454478" y="0"/>
                </a:lnTo>
                <a:lnTo>
                  <a:pt x="11874" y="0"/>
                </a:lnTo>
                <a:lnTo>
                  <a:pt x="0" y="11887"/>
                </a:lnTo>
                <a:lnTo>
                  <a:pt x="0" y="17284"/>
                </a:lnTo>
                <a:lnTo>
                  <a:pt x="11874" y="29159"/>
                </a:lnTo>
                <a:lnTo>
                  <a:pt x="2454478" y="29159"/>
                </a:lnTo>
                <a:lnTo>
                  <a:pt x="2466352" y="17284"/>
                </a:lnTo>
                <a:lnTo>
                  <a:pt x="2466352" y="14757"/>
                </a:lnTo>
                <a:lnTo>
                  <a:pt x="2466352" y="14401"/>
                </a:lnTo>
                <a:lnTo>
                  <a:pt x="2466352" y="11887"/>
                </a:lnTo>
                <a:close/>
              </a:path>
              <a:path w="8584565" h="120650">
                <a:moveTo>
                  <a:pt x="8327149" y="102958"/>
                </a:moveTo>
                <a:lnTo>
                  <a:pt x="8315274" y="91084"/>
                </a:lnTo>
                <a:lnTo>
                  <a:pt x="6142672" y="91084"/>
                </a:lnTo>
                <a:lnTo>
                  <a:pt x="6130798" y="102958"/>
                </a:lnTo>
                <a:lnTo>
                  <a:pt x="6130798" y="105841"/>
                </a:lnTo>
                <a:lnTo>
                  <a:pt x="6130798" y="108369"/>
                </a:lnTo>
                <a:lnTo>
                  <a:pt x="6142672" y="120243"/>
                </a:lnTo>
                <a:lnTo>
                  <a:pt x="8315274" y="120243"/>
                </a:lnTo>
                <a:lnTo>
                  <a:pt x="8327149" y="108369"/>
                </a:lnTo>
                <a:lnTo>
                  <a:pt x="8327149" y="105486"/>
                </a:lnTo>
                <a:lnTo>
                  <a:pt x="8327149" y="102958"/>
                </a:lnTo>
                <a:close/>
              </a:path>
              <a:path w="8584565" h="120650">
                <a:moveTo>
                  <a:pt x="8584552" y="11887"/>
                </a:moveTo>
                <a:lnTo>
                  <a:pt x="8572678" y="0"/>
                </a:lnTo>
                <a:lnTo>
                  <a:pt x="6130074" y="0"/>
                </a:lnTo>
                <a:lnTo>
                  <a:pt x="6118199" y="11887"/>
                </a:lnTo>
                <a:lnTo>
                  <a:pt x="6118199" y="14757"/>
                </a:lnTo>
                <a:lnTo>
                  <a:pt x="6118199" y="17284"/>
                </a:lnTo>
                <a:lnTo>
                  <a:pt x="6130074" y="29159"/>
                </a:lnTo>
                <a:lnTo>
                  <a:pt x="8572678" y="29159"/>
                </a:lnTo>
                <a:lnTo>
                  <a:pt x="8584552" y="17284"/>
                </a:lnTo>
                <a:lnTo>
                  <a:pt x="8584552" y="14401"/>
                </a:lnTo>
                <a:lnTo>
                  <a:pt x="8584552" y="11887"/>
                </a:lnTo>
                <a:close/>
              </a:path>
            </a:pathLst>
          </a:custGeom>
          <a:solidFill>
            <a:srgbClr val="FFFFFF">
              <a:alpha val="25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9984" y="707665"/>
            <a:ext cx="2630170" cy="614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4190" y="1304226"/>
            <a:ext cx="9075420" cy="37425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428492" y="5273611"/>
            <a:ext cx="3226816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04190" y="5273611"/>
            <a:ext cx="2319274" cy="28352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043263" y="5153954"/>
            <a:ext cx="187959" cy="224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12700" marR="5080" indent="490855">
              <a:lnSpc>
                <a:spcPts val="2230"/>
              </a:lnSpc>
              <a:spcBef>
                <a:spcPts val="315"/>
              </a:spcBef>
            </a:pPr>
            <a:r>
              <a:rPr dirty="0" spc="-10"/>
              <a:t>HACKATHON </a:t>
            </a:r>
            <a:r>
              <a:rPr dirty="0"/>
              <a:t>MOVILIDAD</a:t>
            </a:r>
            <a:r>
              <a:rPr dirty="0" spc="-50"/>
              <a:t> </a:t>
            </a:r>
            <a:r>
              <a:rPr dirty="0" spc="-10"/>
              <a:t>URBANA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0961" y="1928529"/>
            <a:ext cx="3538080" cy="1885683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5019014" y="4385077"/>
            <a:ext cx="3970654" cy="49530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2700" marR="5080">
              <a:lnSpc>
                <a:spcPts val="1780"/>
              </a:lnSpc>
              <a:spcBef>
                <a:spcPts val="275"/>
              </a:spcBef>
            </a:pPr>
            <a:r>
              <a:rPr dirty="0" sz="1600" spc="-10" b="1">
                <a:latin typeface="Arial"/>
                <a:cs typeface="Arial"/>
              </a:rPr>
              <a:t>Trabajo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Realizado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por:</a:t>
            </a:r>
            <a:r>
              <a:rPr dirty="0" sz="1600" spc="-8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Yassir</a:t>
            </a:r>
            <a:r>
              <a:rPr dirty="0" sz="1600" spc="-5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Moudden</a:t>
            </a:r>
            <a:r>
              <a:rPr dirty="0" sz="1600" spc="-60" b="1">
                <a:latin typeface="Arial"/>
                <a:cs typeface="Arial"/>
              </a:rPr>
              <a:t> </a:t>
            </a:r>
            <a:r>
              <a:rPr dirty="0" sz="1600" spc="-50" b="1">
                <a:latin typeface="Arial"/>
                <a:cs typeface="Arial"/>
              </a:rPr>
              <a:t>y </a:t>
            </a:r>
            <a:r>
              <a:rPr dirty="0" sz="1600" b="1">
                <a:latin typeface="Arial"/>
                <a:cs typeface="Arial"/>
              </a:rPr>
              <a:t>Carlos</a:t>
            </a:r>
            <a:r>
              <a:rPr dirty="0" sz="1600" spc="-75" b="1">
                <a:latin typeface="Arial"/>
                <a:cs typeface="Arial"/>
              </a:rPr>
              <a:t> </a:t>
            </a:r>
            <a:r>
              <a:rPr dirty="0" sz="1600" b="1">
                <a:latin typeface="Arial"/>
                <a:cs typeface="Arial"/>
              </a:rPr>
              <a:t>Martínez</a:t>
            </a:r>
            <a:r>
              <a:rPr dirty="0" sz="1600" spc="-65" b="1">
                <a:latin typeface="Arial"/>
                <a:cs typeface="Arial"/>
              </a:rPr>
              <a:t> </a:t>
            </a:r>
            <a:r>
              <a:rPr dirty="0" sz="1600" spc="-10" b="1">
                <a:latin typeface="Arial"/>
                <a:cs typeface="Arial"/>
              </a:rPr>
              <a:t>2ºDAMV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779145" marR="5080" indent="-311785">
              <a:lnSpc>
                <a:spcPts val="2230"/>
              </a:lnSpc>
              <a:spcBef>
                <a:spcPts val="315"/>
              </a:spcBef>
            </a:pPr>
            <a:r>
              <a:rPr dirty="0"/>
              <a:t>1.</a:t>
            </a:r>
            <a:r>
              <a:rPr dirty="0" spc="-50"/>
              <a:t> </a:t>
            </a:r>
            <a:r>
              <a:rPr dirty="0"/>
              <a:t>PROTOTIPO</a:t>
            </a:r>
            <a:r>
              <a:rPr dirty="0" spc="-35"/>
              <a:t> </a:t>
            </a:r>
            <a:r>
              <a:rPr dirty="0" spc="-10"/>
              <a:t>VISUAL </a:t>
            </a:r>
            <a:r>
              <a:rPr dirty="0"/>
              <a:t>DE</a:t>
            </a:r>
            <a:r>
              <a:rPr dirty="0" spc="15"/>
              <a:t> </a:t>
            </a:r>
            <a:r>
              <a:rPr dirty="0" spc="-20"/>
              <a:t>NUESTRA</a:t>
            </a:r>
            <a:r>
              <a:rPr dirty="0" spc="-130"/>
              <a:t> </a:t>
            </a:r>
            <a:r>
              <a:rPr dirty="0" spc="-25"/>
              <a:t>APP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037424" y="1500386"/>
            <a:ext cx="8115934" cy="5562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primer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lugar,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vemos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prototipo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visual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tendrá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nuestra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aplicación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(que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ha </a:t>
            </a:r>
            <a:r>
              <a:rPr dirty="0" sz="1800">
                <a:latin typeface="Arial MT"/>
                <a:cs typeface="Arial MT"/>
              </a:rPr>
              <a:t>sido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desarrollada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y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ejecutada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1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Android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Studio).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262593" y="2305808"/>
            <a:ext cx="5013960" cy="2914650"/>
            <a:chOff x="2262593" y="2305808"/>
            <a:chExt cx="5013960" cy="291465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593" y="2349000"/>
              <a:ext cx="1776603" cy="284976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28805" y="2305808"/>
              <a:ext cx="1847507" cy="2914561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236854" marR="5080" indent="-224790">
              <a:lnSpc>
                <a:spcPts val="2230"/>
              </a:lnSpc>
              <a:spcBef>
                <a:spcPts val="315"/>
              </a:spcBef>
            </a:pPr>
            <a:r>
              <a:rPr dirty="0"/>
              <a:t>2.</a:t>
            </a:r>
            <a:r>
              <a:rPr dirty="0" spc="-45"/>
              <a:t> </a:t>
            </a:r>
            <a:r>
              <a:rPr dirty="0"/>
              <a:t>LENGUAJES</a:t>
            </a:r>
            <a:r>
              <a:rPr dirty="0" spc="-45"/>
              <a:t> </a:t>
            </a:r>
            <a:r>
              <a:rPr dirty="0" spc="-10"/>
              <a:t>UTILIZADOS </a:t>
            </a:r>
            <a:r>
              <a:rPr dirty="0"/>
              <a:t>FRONTEND</a:t>
            </a:r>
            <a:r>
              <a:rPr dirty="0" spc="-80"/>
              <a:t> </a:t>
            </a:r>
            <a:r>
              <a:rPr dirty="0"/>
              <a:t>Y</a:t>
            </a:r>
            <a:r>
              <a:rPr dirty="0" spc="-75"/>
              <a:t> </a:t>
            </a:r>
            <a:r>
              <a:rPr dirty="0" spc="-10"/>
              <a:t>BACKEND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01344" y="1432352"/>
            <a:ext cx="8103870" cy="5562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dirty="0" sz="1800" spc="-30">
                <a:latin typeface="Arial MT"/>
                <a:cs typeface="Arial MT"/>
              </a:rPr>
              <a:t>Tanto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realización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“FRONTEND”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(imagen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usuario)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en</a:t>
            </a:r>
            <a:r>
              <a:rPr dirty="0" sz="1800" spc="-25">
                <a:latin typeface="Arial MT"/>
                <a:cs typeface="Arial MT"/>
              </a:rPr>
              <a:t> el </a:t>
            </a:r>
            <a:r>
              <a:rPr dirty="0" sz="1800">
                <a:latin typeface="Arial MT"/>
                <a:cs typeface="Arial MT"/>
              </a:rPr>
              <a:t>“BACKEND”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(la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parte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procesa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datos),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hemos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utilizado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lenguaje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java.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895680" y="2112488"/>
            <a:ext cx="8271509" cy="3065145"/>
            <a:chOff x="895680" y="2112488"/>
            <a:chExt cx="8271509" cy="306514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62999" y="2176572"/>
              <a:ext cx="1351800" cy="300095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95680" y="2183418"/>
              <a:ext cx="1317955" cy="297215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1436" y="2112488"/>
              <a:ext cx="3315246" cy="3036595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303801" y="3215166"/>
              <a:ext cx="1418590" cy="322580"/>
            </a:xfrm>
            <a:custGeom>
              <a:avLst/>
              <a:gdLst/>
              <a:ahLst/>
              <a:cxnLst/>
              <a:rect l="l" t="t" r="r" b="b"/>
              <a:pathLst>
                <a:path w="1418589" h="322579">
                  <a:moveTo>
                    <a:pt x="1063802" y="0"/>
                  </a:moveTo>
                  <a:lnTo>
                    <a:pt x="1063802" y="80645"/>
                  </a:lnTo>
                  <a:lnTo>
                    <a:pt x="0" y="80645"/>
                  </a:lnTo>
                  <a:lnTo>
                    <a:pt x="0" y="241922"/>
                  </a:lnTo>
                  <a:lnTo>
                    <a:pt x="1063802" y="241922"/>
                  </a:lnTo>
                  <a:lnTo>
                    <a:pt x="1063802" y="322567"/>
                  </a:lnTo>
                  <a:lnTo>
                    <a:pt x="1418399" y="161277"/>
                  </a:lnTo>
                  <a:lnTo>
                    <a:pt x="1063802" y="0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303801" y="3215166"/>
              <a:ext cx="1418590" cy="322580"/>
            </a:xfrm>
            <a:custGeom>
              <a:avLst/>
              <a:gdLst/>
              <a:ahLst/>
              <a:cxnLst/>
              <a:rect l="l" t="t" r="r" b="b"/>
              <a:pathLst>
                <a:path w="1418589" h="322579">
                  <a:moveTo>
                    <a:pt x="0" y="80645"/>
                  </a:moveTo>
                  <a:lnTo>
                    <a:pt x="1063802" y="80645"/>
                  </a:lnTo>
                  <a:lnTo>
                    <a:pt x="1063802" y="0"/>
                  </a:lnTo>
                  <a:lnTo>
                    <a:pt x="1418399" y="161277"/>
                  </a:lnTo>
                  <a:lnTo>
                    <a:pt x="1063802" y="322567"/>
                  </a:lnTo>
                  <a:lnTo>
                    <a:pt x="1063802" y="241922"/>
                  </a:lnTo>
                  <a:lnTo>
                    <a:pt x="0" y="241922"/>
                  </a:lnTo>
                  <a:lnTo>
                    <a:pt x="0" y="80645"/>
                  </a:lnTo>
                  <a:close/>
                </a:path>
              </a:pathLst>
            </a:custGeom>
            <a:ln w="17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8658" y="579865"/>
            <a:ext cx="2380615" cy="61404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518159" marR="5080" indent="-506095">
              <a:lnSpc>
                <a:spcPts val="2230"/>
              </a:lnSpc>
              <a:spcBef>
                <a:spcPts val="31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0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30" b="1">
                <a:solidFill>
                  <a:srgbClr val="FFFFFF"/>
                </a:solidFill>
                <a:latin typeface="Arial"/>
                <a:cs typeface="Arial"/>
              </a:rPr>
              <a:t>DATOS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UTILIZADA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78662" y="1311385"/>
            <a:ext cx="7543165" cy="8121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dirty="0" sz="1800">
                <a:latin typeface="Arial MT"/>
                <a:cs typeface="Arial MT"/>
              </a:rPr>
              <a:t>Como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datos,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hemos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usado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“MySQL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WorkBench”.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Aquí,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vemos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un </a:t>
            </a:r>
            <a:r>
              <a:rPr dirty="0" sz="1800">
                <a:latin typeface="Arial MT"/>
                <a:cs typeface="Arial MT"/>
              </a:rPr>
              <a:t>ejemplo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hora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base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datos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relacionada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con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perfil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25">
                <a:latin typeface="Arial MT"/>
                <a:cs typeface="Arial MT"/>
              </a:rPr>
              <a:t>del </a:t>
            </a:r>
            <a:r>
              <a:rPr dirty="0" sz="1800" spc="-10">
                <a:latin typeface="Arial MT"/>
                <a:cs typeface="Arial MT"/>
              </a:rPr>
              <a:t>usuario.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Al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ejecutarlo,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comprobamos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 ha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creado </a:t>
            </a:r>
            <a:r>
              <a:rPr dirty="0" sz="1800" spc="-10">
                <a:latin typeface="Arial MT"/>
                <a:cs typeface="Arial MT"/>
              </a:rPr>
              <a:t>correctamente.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181519" y="2256494"/>
            <a:ext cx="7047230" cy="2835275"/>
            <a:chOff x="1181519" y="2256494"/>
            <a:chExt cx="7047230" cy="283527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81519" y="2256494"/>
              <a:ext cx="3839044" cy="283499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8113" y="2792167"/>
              <a:ext cx="2390393" cy="1267917"/>
            </a:xfrm>
            <a:prstGeom prst="rect">
              <a:avLst/>
            </a:prstGeom>
          </p:spPr>
        </p:pic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243840" marR="5080" indent="541020">
              <a:lnSpc>
                <a:spcPts val="2230"/>
              </a:lnSpc>
              <a:spcBef>
                <a:spcPts val="315"/>
              </a:spcBef>
            </a:pPr>
            <a:r>
              <a:rPr dirty="0"/>
              <a:t>4. </a:t>
            </a:r>
            <a:r>
              <a:rPr dirty="0" spc="-10"/>
              <a:t>SIMULACIÓN GEOLOCALIZACIÓN</a:t>
            </a:r>
            <a:r>
              <a:rPr dirty="0" spc="-15"/>
              <a:t> </a:t>
            </a:r>
            <a:r>
              <a:rPr dirty="0" spc="-25"/>
              <a:t>API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93775" y="1402114"/>
            <a:ext cx="8307705" cy="8121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simular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geolocalización,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hemos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hecho,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sido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darle</a:t>
            </a:r>
            <a:r>
              <a:rPr dirty="0" sz="1800" spc="-10">
                <a:latin typeface="Arial MT"/>
                <a:cs typeface="Arial MT"/>
              </a:rPr>
              <a:t> funcionalidad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imagen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mapa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simulado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representando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sería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elegir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plaza</a:t>
            </a:r>
            <a:r>
              <a:rPr dirty="0" sz="1800" spc="-10">
                <a:latin typeface="Arial MT"/>
                <a:cs typeface="Arial MT"/>
              </a:rPr>
              <a:t> libre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través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Google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Maps.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Nos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aparecerá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un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Toast.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277719" y="2396168"/>
            <a:ext cx="4798695" cy="2960370"/>
            <a:chOff x="2277719" y="2396168"/>
            <a:chExt cx="4798695" cy="29603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77719" y="2409135"/>
              <a:ext cx="1725841" cy="294731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88762" y="2396168"/>
              <a:ext cx="1787042" cy="292464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125239" y="3759488"/>
              <a:ext cx="1103630" cy="1017905"/>
            </a:xfrm>
            <a:custGeom>
              <a:avLst/>
              <a:gdLst/>
              <a:ahLst/>
              <a:cxnLst/>
              <a:rect l="l" t="t" r="r" b="b"/>
              <a:pathLst>
                <a:path w="1103629" h="1017904">
                  <a:moveTo>
                    <a:pt x="800277" y="0"/>
                  </a:moveTo>
                  <a:lnTo>
                    <a:pt x="800277" y="145084"/>
                  </a:lnTo>
                  <a:lnTo>
                    <a:pt x="761403" y="145084"/>
                  </a:lnTo>
                  <a:lnTo>
                    <a:pt x="712448" y="147398"/>
                  </a:lnTo>
                  <a:lnTo>
                    <a:pt x="664840" y="154175"/>
                  </a:lnTo>
                  <a:lnTo>
                    <a:pt x="618829" y="165172"/>
                  </a:lnTo>
                  <a:lnTo>
                    <a:pt x="574665" y="180144"/>
                  </a:lnTo>
                  <a:lnTo>
                    <a:pt x="532596" y="198848"/>
                  </a:lnTo>
                  <a:lnTo>
                    <a:pt x="492875" y="221039"/>
                  </a:lnTo>
                  <a:lnTo>
                    <a:pt x="455750" y="246474"/>
                  </a:lnTo>
                  <a:lnTo>
                    <a:pt x="421471" y="274907"/>
                  </a:lnTo>
                  <a:lnTo>
                    <a:pt x="390289" y="306095"/>
                  </a:lnTo>
                  <a:lnTo>
                    <a:pt x="362454" y="339794"/>
                  </a:lnTo>
                  <a:lnTo>
                    <a:pt x="338215" y="375759"/>
                  </a:lnTo>
                  <a:lnTo>
                    <a:pt x="317822" y="413746"/>
                  </a:lnTo>
                  <a:lnTo>
                    <a:pt x="301526" y="453512"/>
                  </a:lnTo>
                  <a:lnTo>
                    <a:pt x="289577" y="494812"/>
                  </a:lnTo>
                  <a:lnTo>
                    <a:pt x="282224" y="537402"/>
                  </a:lnTo>
                  <a:lnTo>
                    <a:pt x="279717" y="581037"/>
                  </a:lnTo>
                  <a:lnTo>
                    <a:pt x="274808" y="625863"/>
                  </a:lnTo>
                  <a:lnTo>
                    <a:pt x="260491" y="668238"/>
                  </a:lnTo>
                  <a:lnTo>
                    <a:pt x="237838" y="705945"/>
                  </a:lnTo>
                  <a:lnTo>
                    <a:pt x="207718" y="738631"/>
                  </a:lnTo>
                  <a:lnTo>
                    <a:pt x="171050" y="765479"/>
                  </a:lnTo>
                  <a:lnTo>
                    <a:pt x="128755" y="785670"/>
                  </a:lnTo>
                  <a:lnTo>
                    <a:pt x="81753" y="798385"/>
                  </a:lnTo>
                  <a:lnTo>
                    <a:pt x="30962" y="802805"/>
                  </a:lnTo>
                  <a:lnTo>
                    <a:pt x="0" y="802805"/>
                  </a:lnTo>
                  <a:lnTo>
                    <a:pt x="0" y="1017358"/>
                  </a:lnTo>
                  <a:lnTo>
                    <a:pt x="30962" y="1017358"/>
                  </a:lnTo>
                  <a:lnTo>
                    <a:pt x="81251" y="1015120"/>
                  </a:lnTo>
                  <a:lnTo>
                    <a:pt x="130034" y="1008547"/>
                  </a:lnTo>
                  <a:lnTo>
                    <a:pt x="177072" y="997854"/>
                  </a:lnTo>
                  <a:lnTo>
                    <a:pt x="222124" y="983254"/>
                  </a:lnTo>
                  <a:lnTo>
                    <a:pt x="264952" y="964960"/>
                  </a:lnTo>
                  <a:lnTo>
                    <a:pt x="305314" y="943186"/>
                  </a:lnTo>
                  <a:lnTo>
                    <a:pt x="342971" y="918145"/>
                  </a:lnTo>
                  <a:lnTo>
                    <a:pt x="377683" y="890052"/>
                  </a:lnTo>
                  <a:lnTo>
                    <a:pt x="409210" y="859120"/>
                  </a:lnTo>
                  <a:lnTo>
                    <a:pt x="437312" y="825562"/>
                  </a:lnTo>
                  <a:lnTo>
                    <a:pt x="461749" y="789592"/>
                  </a:lnTo>
                  <a:lnTo>
                    <a:pt x="482281" y="751423"/>
                  </a:lnTo>
                  <a:lnTo>
                    <a:pt x="498668" y="711270"/>
                  </a:lnTo>
                  <a:lnTo>
                    <a:pt x="510670" y="669346"/>
                  </a:lnTo>
                  <a:lnTo>
                    <a:pt x="517968" y="626329"/>
                  </a:lnTo>
                  <a:lnTo>
                    <a:pt x="518047" y="625863"/>
                  </a:lnTo>
                  <a:lnTo>
                    <a:pt x="520560" y="581037"/>
                  </a:lnTo>
                  <a:lnTo>
                    <a:pt x="525490" y="538123"/>
                  </a:lnTo>
                  <a:lnTo>
                    <a:pt x="539612" y="498002"/>
                  </a:lnTo>
                  <a:lnTo>
                    <a:pt x="561928" y="461577"/>
                  </a:lnTo>
                  <a:lnTo>
                    <a:pt x="591437" y="429750"/>
                  </a:lnTo>
                  <a:lnTo>
                    <a:pt x="627139" y="403425"/>
                  </a:lnTo>
                  <a:lnTo>
                    <a:pt x="668034" y="383504"/>
                  </a:lnTo>
                  <a:lnTo>
                    <a:pt x="713122" y="370889"/>
                  </a:lnTo>
                  <a:lnTo>
                    <a:pt x="761403" y="366483"/>
                  </a:lnTo>
                  <a:lnTo>
                    <a:pt x="968915" y="366483"/>
                  </a:lnTo>
                  <a:lnTo>
                    <a:pt x="1103401" y="255955"/>
                  </a:lnTo>
                  <a:lnTo>
                    <a:pt x="800277" y="0"/>
                  </a:lnTo>
                  <a:close/>
                </a:path>
                <a:path w="1103629" h="1017904">
                  <a:moveTo>
                    <a:pt x="968915" y="366483"/>
                  </a:moveTo>
                  <a:lnTo>
                    <a:pt x="800277" y="366483"/>
                  </a:lnTo>
                  <a:lnTo>
                    <a:pt x="800277" y="505078"/>
                  </a:lnTo>
                  <a:lnTo>
                    <a:pt x="968915" y="366483"/>
                  </a:lnTo>
                  <a:close/>
                </a:path>
              </a:pathLst>
            </a:custGeom>
            <a:solidFill>
              <a:srgbClr val="3364A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125239" y="3759488"/>
              <a:ext cx="1103630" cy="1017905"/>
            </a:xfrm>
            <a:custGeom>
              <a:avLst/>
              <a:gdLst/>
              <a:ahLst/>
              <a:cxnLst/>
              <a:rect l="l" t="t" r="r" b="b"/>
              <a:pathLst>
                <a:path w="1103629" h="1017904">
                  <a:moveTo>
                    <a:pt x="761403" y="145084"/>
                  </a:moveTo>
                  <a:lnTo>
                    <a:pt x="712448" y="147398"/>
                  </a:lnTo>
                  <a:lnTo>
                    <a:pt x="664840" y="154175"/>
                  </a:lnTo>
                  <a:lnTo>
                    <a:pt x="618829" y="165172"/>
                  </a:lnTo>
                  <a:lnTo>
                    <a:pt x="574665" y="180144"/>
                  </a:lnTo>
                  <a:lnTo>
                    <a:pt x="532596" y="198848"/>
                  </a:lnTo>
                  <a:lnTo>
                    <a:pt x="492875" y="221039"/>
                  </a:lnTo>
                  <a:lnTo>
                    <a:pt x="455750" y="246474"/>
                  </a:lnTo>
                  <a:lnTo>
                    <a:pt x="421471" y="274907"/>
                  </a:lnTo>
                  <a:lnTo>
                    <a:pt x="390289" y="306095"/>
                  </a:lnTo>
                  <a:lnTo>
                    <a:pt x="362454" y="339794"/>
                  </a:lnTo>
                  <a:lnTo>
                    <a:pt x="338215" y="375759"/>
                  </a:lnTo>
                  <a:lnTo>
                    <a:pt x="317822" y="413746"/>
                  </a:lnTo>
                  <a:lnTo>
                    <a:pt x="301526" y="453512"/>
                  </a:lnTo>
                  <a:lnTo>
                    <a:pt x="289577" y="494812"/>
                  </a:lnTo>
                  <a:lnTo>
                    <a:pt x="282224" y="537402"/>
                  </a:lnTo>
                  <a:lnTo>
                    <a:pt x="279717" y="581037"/>
                  </a:lnTo>
                  <a:lnTo>
                    <a:pt x="274757" y="626329"/>
                  </a:lnTo>
                  <a:lnTo>
                    <a:pt x="260491" y="668238"/>
                  </a:lnTo>
                  <a:lnTo>
                    <a:pt x="237838" y="705945"/>
                  </a:lnTo>
                  <a:lnTo>
                    <a:pt x="207718" y="738631"/>
                  </a:lnTo>
                  <a:lnTo>
                    <a:pt x="171050" y="765479"/>
                  </a:lnTo>
                  <a:lnTo>
                    <a:pt x="128755" y="785670"/>
                  </a:lnTo>
                  <a:lnTo>
                    <a:pt x="81753" y="798385"/>
                  </a:lnTo>
                  <a:lnTo>
                    <a:pt x="30962" y="802805"/>
                  </a:lnTo>
                  <a:lnTo>
                    <a:pt x="0" y="802805"/>
                  </a:lnTo>
                  <a:lnTo>
                    <a:pt x="0" y="1017358"/>
                  </a:lnTo>
                  <a:lnTo>
                    <a:pt x="30962" y="1017358"/>
                  </a:lnTo>
                  <a:lnTo>
                    <a:pt x="81251" y="1015120"/>
                  </a:lnTo>
                  <a:lnTo>
                    <a:pt x="130034" y="1008547"/>
                  </a:lnTo>
                  <a:lnTo>
                    <a:pt x="177072" y="997854"/>
                  </a:lnTo>
                  <a:lnTo>
                    <a:pt x="222124" y="983254"/>
                  </a:lnTo>
                  <a:lnTo>
                    <a:pt x="264952" y="964960"/>
                  </a:lnTo>
                  <a:lnTo>
                    <a:pt x="305314" y="943186"/>
                  </a:lnTo>
                  <a:lnTo>
                    <a:pt x="342971" y="918145"/>
                  </a:lnTo>
                  <a:lnTo>
                    <a:pt x="377683" y="890052"/>
                  </a:lnTo>
                  <a:lnTo>
                    <a:pt x="409210" y="859120"/>
                  </a:lnTo>
                  <a:lnTo>
                    <a:pt x="437312" y="825562"/>
                  </a:lnTo>
                  <a:lnTo>
                    <a:pt x="461749" y="789592"/>
                  </a:lnTo>
                  <a:lnTo>
                    <a:pt x="482281" y="751423"/>
                  </a:lnTo>
                  <a:lnTo>
                    <a:pt x="498668" y="711270"/>
                  </a:lnTo>
                  <a:lnTo>
                    <a:pt x="510670" y="669346"/>
                  </a:lnTo>
                  <a:lnTo>
                    <a:pt x="518047" y="625863"/>
                  </a:lnTo>
                  <a:lnTo>
                    <a:pt x="520560" y="581037"/>
                  </a:lnTo>
                  <a:lnTo>
                    <a:pt x="525490" y="538123"/>
                  </a:lnTo>
                  <a:lnTo>
                    <a:pt x="539612" y="498002"/>
                  </a:lnTo>
                  <a:lnTo>
                    <a:pt x="561928" y="461577"/>
                  </a:lnTo>
                  <a:lnTo>
                    <a:pt x="591437" y="429750"/>
                  </a:lnTo>
                  <a:lnTo>
                    <a:pt x="627139" y="403425"/>
                  </a:lnTo>
                  <a:lnTo>
                    <a:pt x="668034" y="383504"/>
                  </a:lnTo>
                  <a:lnTo>
                    <a:pt x="713122" y="370889"/>
                  </a:lnTo>
                  <a:lnTo>
                    <a:pt x="761403" y="366483"/>
                  </a:lnTo>
                  <a:lnTo>
                    <a:pt x="800277" y="366483"/>
                  </a:lnTo>
                  <a:lnTo>
                    <a:pt x="800277" y="505078"/>
                  </a:lnTo>
                  <a:lnTo>
                    <a:pt x="1103401" y="255955"/>
                  </a:lnTo>
                  <a:lnTo>
                    <a:pt x="800277" y="0"/>
                  </a:lnTo>
                  <a:lnTo>
                    <a:pt x="800277" y="145084"/>
                  </a:lnTo>
                  <a:lnTo>
                    <a:pt x="761403" y="145084"/>
                  </a:lnTo>
                  <a:close/>
                </a:path>
              </a:pathLst>
            </a:custGeom>
            <a:ln w="179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0005" rIns="0" bIns="0" rtlCol="0" vert="horz">
            <a:spAutoFit/>
          </a:bodyPr>
          <a:lstStyle/>
          <a:p>
            <a:pPr marL="113664" marR="5080" indent="410845">
              <a:lnSpc>
                <a:spcPts val="2230"/>
              </a:lnSpc>
              <a:spcBef>
                <a:spcPts val="315"/>
              </a:spcBef>
            </a:pPr>
            <a:r>
              <a:rPr dirty="0"/>
              <a:t>5.</a:t>
            </a:r>
            <a:r>
              <a:rPr dirty="0" spc="-15"/>
              <a:t> </a:t>
            </a:r>
            <a:r>
              <a:rPr dirty="0"/>
              <a:t>GITHUB</a:t>
            </a:r>
            <a:r>
              <a:rPr dirty="0" spc="-10"/>
              <a:t> </a:t>
            </a:r>
            <a:r>
              <a:rPr dirty="0" spc="-50"/>
              <a:t>PARA</a:t>
            </a:r>
            <a:r>
              <a:rPr dirty="0" spc="-80"/>
              <a:t> </a:t>
            </a:r>
            <a:r>
              <a:rPr dirty="0" spc="-25"/>
              <a:t>EL </a:t>
            </a:r>
            <a:r>
              <a:rPr dirty="0"/>
              <a:t>CONTROL</a:t>
            </a:r>
            <a:r>
              <a:rPr dirty="0" spc="-80"/>
              <a:t> </a:t>
            </a:r>
            <a:r>
              <a:rPr dirty="0"/>
              <a:t>DE</a:t>
            </a:r>
            <a:r>
              <a:rPr dirty="0" spc="-45"/>
              <a:t> </a:t>
            </a:r>
            <a:r>
              <a:rPr dirty="0" spc="-10"/>
              <a:t>VERSIONES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86218" y="1371862"/>
            <a:ext cx="7709534" cy="55626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 marR="5080">
              <a:lnSpc>
                <a:spcPts val="2020"/>
              </a:lnSpc>
              <a:spcBef>
                <a:spcPts val="280"/>
              </a:spcBef>
            </a:pPr>
            <a:r>
              <a:rPr dirty="0" sz="1800">
                <a:latin typeface="Arial MT"/>
                <a:cs typeface="Arial MT"/>
              </a:rPr>
              <a:t>Para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la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exposición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nuestro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proyecto,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hemos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usado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“Github”.</a:t>
            </a:r>
            <a:r>
              <a:rPr dirty="0" sz="1800" spc="-1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Así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quedará </a:t>
            </a:r>
            <a:r>
              <a:rPr dirty="0" sz="1800">
                <a:latin typeface="Arial MT"/>
                <a:cs typeface="Arial MT"/>
              </a:rPr>
              <a:t>accesible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a</a:t>
            </a:r>
            <a:r>
              <a:rPr dirty="0" sz="1800" spc="-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todo</a:t>
            </a:r>
            <a:r>
              <a:rPr dirty="0" sz="1800" spc="-2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usuario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que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quiera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visualizar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el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repositorio.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87279" y="2481487"/>
            <a:ext cx="2305799" cy="1557362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650"/>
              </a:lnSpc>
            </a:pPr>
            <a:fld id="{81D60167-4931-47E6-BA6A-407CBD079E47}" type="slidenum">
              <a:rPr dirty="0" spc="-50"/>
              <a:t>1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</dc:title>
  <dcterms:created xsi:type="dcterms:W3CDTF">2025-10-18T18:00:14Z</dcterms:created>
  <dcterms:modified xsi:type="dcterms:W3CDTF">2025-10-18T18:00:14Z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2025-10-18T00:00:00Z</vt:filetime>
  </property>
  <property fmtid="{D5CDD505-2E9C-101B-9397-08002B2CF9AE}" pid="3" name="Creator">
    <vt:lpwstr>Impress</vt:lpwstr>
  </property>
  <property fmtid="{D5CDD505-2E9C-101B-9397-08002B2CF9AE}" pid="4" name="Producer">
    <vt:lpwstr>LibreOffice 25.2.5.2 (X86_64) / LibreOffice Community</vt:lpwstr>
  </property>
  <property fmtid="{D5CDD505-2E9C-101B-9397-08002B2CF9AE}" pid="5" name="LastSaved">
    <vt:filetime>2025-10-18T00:00:00Z</vt:filetime>
  </property>
</Properties>
</file>